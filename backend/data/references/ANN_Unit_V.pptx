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05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49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04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73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00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48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51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47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272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31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24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86DE5-BB04-441C-B9E1-DA678C37E95B}" type="datetimeFigureOut">
              <a:rPr lang="en-IN" smtClean="0"/>
              <a:t>25-04-2024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7BC0F-62A4-4E07-8033-BA9EB6C1A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99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Artificial Neural Networks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18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511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Artificial Neural Networks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7680"/>
            <a:ext cx="10515600" cy="5259897"/>
          </a:xfrm>
        </p:spPr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development of ANN </a:t>
            </a:r>
            <a:r>
              <a:rPr lang="en-US" dirty="0" smtClean="0"/>
              <a:t>- attempt </a:t>
            </a:r>
            <a:r>
              <a:rPr lang="en-US" dirty="0"/>
              <a:t>to replicate </a:t>
            </a:r>
            <a:r>
              <a:rPr lang="en-US" dirty="0" smtClean="0"/>
              <a:t>the </a:t>
            </a:r>
            <a:r>
              <a:rPr lang="en-US" dirty="0"/>
              <a:t>human brain.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ANN – similar </a:t>
            </a:r>
            <a:r>
              <a:rPr lang="en-US" dirty="0"/>
              <a:t>to </a:t>
            </a:r>
            <a:r>
              <a:rPr lang="en-US" dirty="0" smtClean="0"/>
              <a:t>biological </a:t>
            </a:r>
            <a:r>
              <a:rPr lang="en-US" dirty="0"/>
              <a:t>neural </a:t>
            </a:r>
            <a:r>
              <a:rPr lang="en-US" dirty="0" smtClean="0"/>
              <a:t>networks - not </a:t>
            </a:r>
            <a:r>
              <a:rPr lang="en-US" dirty="0"/>
              <a:t>identical.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ANN </a:t>
            </a:r>
            <a:r>
              <a:rPr lang="en-US" dirty="0"/>
              <a:t>algorithm accepts only numeric and structured data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Convolutional Neural Networks (CNN) and Recursive Neural Networks (RNN) </a:t>
            </a:r>
            <a:r>
              <a:rPr lang="en-US" dirty="0" smtClean="0"/>
              <a:t>- accept </a:t>
            </a:r>
            <a:r>
              <a:rPr lang="en-US" dirty="0"/>
              <a:t>unstructured and non-numeric data forms such as Image, Text, and Speech.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97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</p:spPr>
        <p:txBody>
          <a:bodyPr/>
          <a:lstStyle/>
          <a:p>
            <a:pPr algn="ctr"/>
            <a:r>
              <a:rPr lang="en-US" b="1" dirty="0" smtClean="0"/>
              <a:t>Artificial Neural Networks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2469" y="1467845"/>
            <a:ext cx="10431331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6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105" y="894446"/>
            <a:ext cx="7457458" cy="497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6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1879" y="634388"/>
            <a:ext cx="9296876" cy="518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8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078" y="676332"/>
            <a:ext cx="8144150" cy="464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422" y="1085594"/>
            <a:ext cx="10515600" cy="45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6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2343" y="877668"/>
            <a:ext cx="8438002" cy="50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76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745" y="576248"/>
            <a:ext cx="7974029" cy="575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66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559" y="1127798"/>
            <a:ext cx="10515600" cy="330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4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119" y="775423"/>
            <a:ext cx="8310212" cy="530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201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527" y="875010"/>
            <a:ext cx="7867413" cy="501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05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545" y="431392"/>
            <a:ext cx="8122320" cy="58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8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784" y="540032"/>
            <a:ext cx="9367968" cy="566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0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997" y="739209"/>
            <a:ext cx="8580494" cy="563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70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929" y="675835"/>
            <a:ext cx="8111921" cy="586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8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0354" y="739208"/>
            <a:ext cx="8636688" cy="558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3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776" y="585300"/>
            <a:ext cx="9285174" cy="584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822" y="494766"/>
            <a:ext cx="9648123" cy="55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83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934" y="114520"/>
            <a:ext cx="8414937" cy="5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49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353" y="386124"/>
            <a:ext cx="8919774" cy="587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6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304" y="480728"/>
            <a:ext cx="10145541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7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869" y="773103"/>
            <a:ext cx="10097909" cy="31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67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28" y="947438"/>
            <a:ext cx="8143257" cy="474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57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243" y="621514"/>
            <a:ext cx="8788066" cy="560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28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736" y="847851"/>
            <a:ext cx="8388862" cy="515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44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805" y="820691"/>
            <a:ext cx="9132557" cy="544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3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70</Words>
  <Application>Microsoft Office PowerPoint</Application>
  <PresentationFormat>Widescreen</PresentationFormat>
  <Paragraphs>10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Artificial Neural Networks</vt:lpstr>
      <vt:lpstr>Artificial Neural Networks</vt:lpstr>
      <vt:lpstr>Artificial Neural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Neural Networks</dc:title>
  <dc:creator>Balamurali</dc:creator>
  <cp:lastModifiedBy>Balamurali</cp:lastModifiedBy>
  <cp:revision>5</cp:revision>
  <dcterms:created xsi:type="dcterms:W3CDTF">2024-04-24T11:33:17Z</dcterms:created>
  <dcterms:modified xsi:type="dcterms:W3CDTF">2024-04-25T04:45:17Z</dcterms:modified>
</cp:coreProperties>
</file>