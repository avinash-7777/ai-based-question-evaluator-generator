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First Order Logic (FOL)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How machines reason like humans using logic.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All engineers love coffee → I’m an engineer → I need coffee ☕.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From Propositional Logic to FOL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Propositional logic handles true/false facts.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FOL handles relationships between objects.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If it rains, roads get wet.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Reality: If I study, I pass.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Representation of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Facts are stored in data structures.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FOL allows reasoning and inference.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World[2,2] = Pit → Nearby cells are dangerous.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Analogy: FOL = Google Maps for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Declarative Nature of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Knowledge (facts) is separate from inference (reasoning).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Metals expand when heated → Iron expands.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Timetable = facts; planning =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Expressiveness of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FOL handles generalization and relationships.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If Wumpus is at (1,1), it’s not at (2,2).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All metro commuters are late – one rule replaces many 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Language of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Natural languages are expressive but ambiguous.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I saw the man with the telescope (who has it?).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FOL removes ambiguity like math equations.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Whorf’s Hypothesis – Language Shapes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Language influences perception.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French 'chaise' vs 'fauteuil'; Aboriginal 'north/south' instead of 'left/right'.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Logic = universal precision.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Combining Formal &amp; Natural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FOL blends clarity of logic + richness of natural language.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Objects: students, cars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Relations: teaches, drives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Functions: teacher_of(student)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Attendance complete if student attends &amp; submits.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Objects, Relations,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Example 1: One plus two equals three.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 2: Evil King John ruled England in 1200.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Class Analogy: Yadunandan teaches AI in 2025 (Property: brilliant 😎).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General Rules and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FOL expresses universal truths.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All squares near Wumpus are smelly.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All students who submit on time pass.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AI doesn’t memorize – it reasons! 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Ontology &amp;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Ontology = what exists.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Epistemology = what we know.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Example: Car has fuel → If fuel &amp; battery → Car starts.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Analogy: Debugging code = reasoning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Summary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FOL helps computers think logically.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Applications: Chatbots, expert systems, autonomous cars.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Logic = teaching computers to reason, not just calculate.</a:t>
            </a:r>
          </a:p>
          <a:p>
            <a:pPr algn="l">
              <a:defRPr sz="2000">
                <a:solidFill>
                  <a:srgbClr val="141414"/>
                </a:solidFill>
              </a:defRPr>
            </a:pPr>
            <a:r>
              <a:t>If exam week → caffeine ↑; attendance &lt; 75% → panic ↑ 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