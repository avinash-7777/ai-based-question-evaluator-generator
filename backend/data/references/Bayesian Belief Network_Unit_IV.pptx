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2" r:id="rId8"/>
    <p:sldId id="260" r:id="rId9"/>
    <p:sldId id="263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17T13:41:55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9188 15348 551 0,'0'0'105'0,"0"0"-98"15,0 0 2-15,0 0 49 0,0 0 51 16,0 0-46-1,0 0-26-15,5 2-13 0,-5-2 4 16,0 0 26-16,2 0 3 16,-2 0-19-16,2 0-8 15,0-6-4-15,0-13 5 16,3-8-8-16,-1-9-19 16,3-8-1-16,2 3-3 15,-2 0 0-15,1-4 0 16,2 1 0-16,-2-4 0 0,1 4 0 15,-5 0 0 1,-4 3-2-16,0 4-10 0,0 2-1 16,0 9 2-1,6 6 7-15,-6 0 4 0,2 8-1 16,-2 4-18-16,0-4 15 16,0 3 4-16,0-3-3 15,0 1 1-15,0-3 2 16,0 2 0-16,0 3 1 15,0-6 0-15,0 7-1 16,0 2 0-16,0 2-1 16,0 2 1-16,0 2 0 15,0 0 1-15,0 0 0 16,0 0-1-16,0 0-1 16,0 0 0-16,0 0 0 0,0 0 1 15,0 0 3-15,0 0-3 16,0 0-1-16,0 0-3 15,0 0 2-15,-2 0-7 16,-14 20 2-16,-7 14 5 16,-10 8 2-16,-3 4 1 15,-2 2-1-15,-1-3-7 16,2-6-13-16,6-2-11 16,12-9 13-16,7-6-75 15,10-5-34-15,2-5-57 16,0-9-62-16,6-3 37 15</inkml:trace>
  <inkml:trace contextRef="#ctx0" brushRef="#br0" timeOffset="299.5809">9193 14726 709 0,'0'0'75'0,"0"0"-75"15,0 0 1-15,0 0-1 16,0 0 7-16,0 0 15 16,87 13-7-16,-45 6-9 0,5 7-2 15,-5 1-3-15,0 5 1 16,-6 0-4-16,-7-3 1 15,-7 0-42-15,-8-5-26 16,-5-8 0-16,-5 4-9 16,-4-2-67-16,0-9-55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77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0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3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64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5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52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4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63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FEF51-0A7B-48AE-987C-D655E07AE212}" type="datetimeFigureOut">
              <a:rPr lang="en-IN" smtClean="0"/>
              <a:t>22-04-2024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38EA6-A11A-4CE9-AAA7-E21D2EED6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88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Bayesian Belief Network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29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435"/>
            <a:ext cx="10515600" cy="653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Full Joint Distribution Issues</a:t>
            </a:r>
            <a:endParaRPr lang="en-IN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027432"/>
          </a:xfrm>
        </p:spPr>
        <p:txBody>
          <a:bodyPr/>
          <a:lstStyle/>
          <a:p>
            <a:pPr algn="just"/>
            <a:r>
              <a:rPr lang="en-US" dirty="0" smtClean="0"/>
              <a:t>full joint probability distribution  - can answer any question about the domain.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Intractably large as the number of variables grows.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specifying probabilities - possible worlds - unnatural and tedious.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independence and conditional independence relationships among variables - reduce the number of probabilities that need to </a:t>
            </a:r>
            <a:r>
              <a:rPr lang="en-US" smtClean="0"/>
              <a:t>be specified.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67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721"/>
          </a:xfrm>
        </p:spPr>
        <p:txBody>
          <a:bodyPr/>
          <a:lstStyle/>
          <a:p>
            <a:pPr algn="ctr"/>
            <a:r>
              <a:rPr lang="en-US" dirty="0" smtClean="0"/>
              <a:t>Bayesian network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en-US" dirty="0" smtClean="0"/>
              <a:t>Bayesian networks can represent essentially any full joint probability distribution and in many cases can do so very concisely.</a:t>
            </a:r>
          </a:p>
          <a:p>
            <a:endParaRPr lang="en-US" dirty="0"/>
          </a:p>
          <a:p>
            <a:r>
              <a:rPr lang="en-US" dirty="0" smtClean="0"/>
              <a:t>A Bayesian network is a directed graph:</a:t>
            </a:r>
          </a:p>
          <a:p>
            <a:endParaRPr lang="en-US" dirty="0"/>
          </a:p>
          <a:p>
            <a:r>
              <a:rPr lang="en-US" dirty="0" smtClean="0"/>
              <a:t>Each node - random variable - discrete or continuous. </a:t>
            </a:r>
          </a:p>
          <a:p>
            <a:r>
              <a:rPr lang="en-US" dirty="0" smtClean="0"/>
              <a:t>An arrow from node X to node Y , X is said to be a parent of Y. – DAG</a:t>
            </a:r>
          </a:p>
          <a:p>
            <a:r>
              <a:rPr lang="en-US" dirty="0" smtClean="0"/>
              <a:t>node Xi has P(Xi | Parents(Xi)) - quantifies the effect of the parents on the node.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237120" y="5255280"/>
              <a:ext cx="207360" cy="271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8480" y="5244480"/>
                <a:ext cx="222480" cy="2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639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Bayesian Belief Network</a:t>
            </a:r>
            <a:endParaRPr lang="en-IN" b="1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332" y="1245983"/>
            <a:ext cx="10712510" cy="516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029"/>
          </a:xfrm>
        </p:spPr>
        <p:txBody>
          <a:bodyPr/>
          <a:lstStyle/>
          <a:p>
            <a:pPr algn="ctr"/>
            <a:r>
              <a:rPr lang="en-US" b="1" smtClean="0"/>
              <a:t>Bayesian Belief Network</a:t>
            </a:r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818" y="1476828"/>
            <a:ext cx="8804364" cy="420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6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9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/>
              <a:t>Bayesian Belief Network</a:t>
            </a:r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303" y="1782989"/>
            <a:ext cx="8543107" cy="39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435"/>
            <a:ext cx="10515600" cy="5884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Bayesian Belief Network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98356"/>
            <a:ext cx="10515600" cy="255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2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/>
              <a:t>Bayesian Belief Network</a:t>
            </a:r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4406" y="1825375"/>
            <a:ext cx="4934666" cy="3020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86" y="4846320"/>
            <a:ext cx="9169445" cy="16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1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3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Bayesian Belief Network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70589"/>
            <a:ext cx="10515600" cy="25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/>
          <a:lstStyle/>
          <a:p>
            <a:pPr algn="ctr"/>
            <a:r>
              <a:rPr lang="en-US" b="1" dirty="0" smtClean="0"/>
              <a:t>Bayesian Belief Network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485989"/>
            <a:ext cx="10654651" cy="504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2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158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Bayesian Belief Network</vt:lpstr>
      <vt:lpstr>Full Joint Distribution Issues</vt:lpstr>
      <vt:lpstr>Bayesian network</vt:lpstr>
      <vt:lpstr>Bayesian Belief Network</vt:lpstr>
      <vt:lpstr>Bayesian Belief Network</vt:lpstr>
      <vt:lpstr>Bayesian Belief Network</vt:lpstr>
      <vt:lpstr>Bayesian Belief Network</vt:lpstr>
      <vt:lpstr>Bayesian Belief Network</vt:lpstr>
      <vt:lpstr>Bayesian Belief Network</vt:lpstr>
      <vt:lpstr>Bayesian Belief Network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Belief Network</dc:title>
  <dc:creator>HP</dc:creator>
  <cp:lastModifiedBy>Balamurali</cp:lastModifiedBy>
  <cp:revision>6</cp:revision>
  <dcterms:created xsi:type="dcterms:W3CDTF">2021-11-17T12:56:53Z</dcterms:created>
  <dcterms:modified xsi:type="dcterms:W3CDTF">2024-04-22T04:55:31Z</dcterms:modified>
</cp:coreProperties>
</file>