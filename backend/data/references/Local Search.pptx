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8" r:id="rId27"/>
    <p:sldId id="281" r:id="rId28"/>
    <p:sldId id="282" r:id="rId29"/>
    <p:sldId id="283" r:id="rId30"/>
    <p:sldId id="284" r:id="rId31"/>
    <p:sldId id="289" r:id="rId32"/>
    <p:sldId id="285" r:id="rId33"/>
    <p:sldId id="286" r:id="rId34"/>
    <p:sldId id="290" r:id="rId35"/>
    <p:sldId id="291" r:id="rId36"/>
    <p:sldId id="2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00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17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68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76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38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7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8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66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3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05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395E9-8331-484D-8E5F-D3481E5620BD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6F5A-796D-4461-AEAF-79D779C36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46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16" y="897622"/>
            <a:ext cx="7821116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1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133" y="718279"/>
            <a:ext cx="7515652" cy="519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4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855" y="575665"/>
            <a:ext cx="8311992" cy="56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5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363" y="869279"/>
            <a:ext cx="7226417" cy="530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8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573" y="500164"/>
            <a:ext cx="7371932" cy="569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3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653" y="525330"/>
            <a:ext cx="7678465" cy="562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7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300" y="256882"/>
            <a:ext cx="9054493" cy="588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3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511" y="807603"/>
            <a:ext cx="9879979" cy="420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7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754" y="416274"/>
            <a:ext cx="8635261" cy="569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0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363" y="701500"/>
            <a:ext cx="7373086" cy="56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9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94" y="667945"/>
            <a:ext cx="9927069" cy="53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176" y="550497"/>
            <a:ext cx="8028502" cy="592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8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1283" y="609221"/>
            <a:ext cx="7462892" cy="531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4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981" y="810557"/>
            <a:ext cx="8268313" cy="545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3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267" y="869280"/>
            <a:ext cx="9514532" cy="529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3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268" y="584055"/>
            <a:ext cx="8813583" cy="555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9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8713" y="617609"/>
            <a:ext cx="8338133" cy="550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8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223" y="607269"/>
            <a:ext cx="10035967" cy="521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2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212" y="860891"/>
            <a:ext cx="8826967" cy="540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1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722" y="399495"/>
            <a:ext cx="7853898" cy="578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6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139" y="936391"/>
            <a:ext cx="8579927" cy="53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62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115" y="642777"/>
            <a:ext cx="7710445" cy="57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53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728" y="584053"/>
            <a:ext cx="8138008" cy="56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02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0914" y="382718"/>
            <a:ext cx="8109706" cy="59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50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2618" y="609222"/>
            <a:ext cx="7972167" cy="563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32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825" y="248494"/>
            <a:ext cx="8531190" cy="613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34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272" y="709888"/>
            <a:ext cx="7768126" cy="54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69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553" y="424664"/>
            <a:ext cx="8160016" cy="590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49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458" y="449830"/>
            <a:ext cx="9196948" cy="576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03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561" y="575628"/>
            <a:ext cx="10852907" cy="48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81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23328"/>
            <a:ext cx="7441034" cy="644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48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459" y="711348"/>
            <a:ext cx="10210785" cy="51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59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285" y="399496"/>
            <a:ext cx="7003881" cy="570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83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6607" y="676332"/>
            <a:ext cx="8075624" cy="55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56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768" y="491775"/>
            <a:ext cx="8032406" cy="56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5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5168" y="785391"/>
            <a:ext cx="7870011" cy="546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0</Words>
  <Application>Microsoft Office PowerPoint</Application>
  <PresentationFormat>Widescreen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Balamurali</dc:creator>
  <cp:lastModifiedBy>Balamurali</cp:lastModifiedBy>
  <cp:revision>7</cp:revision>
  <dcterms:created xsi:type="dcterms:W3CDTF">2024-02-06T04:29:03Z</dcterms:created>
  <dcterms:modified xsi:type="dcterms:W3CDTF">2024-04-12T09:56:14Z</dcterms:modified>
</cp:coreProperties>
</file>