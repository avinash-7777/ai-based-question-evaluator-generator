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80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07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05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92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564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7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36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38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4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81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2FC58-E7AB-42E1-ABF0-F7D05217A141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345EF-4611-4073-B4E4-726A8CEEC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74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Intelligent Agents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72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477" y="780950"/>
            <a:ext cx="9983593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7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Agents and Environments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724" y="1279627"/>
            <a:ext cx="8857282" cy="545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4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8509" y="911224"/>
            <a:ext cx="9221619" cy="5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1279"/>
          </a:xfrm>
        </p:spPr>
        <p:txBody>
          <a:bodyPr/>
          <a:lstStyle/>
          <a:p>
            <a:r>
              <a:rPr lang="en-US" dirty="0" smtClean="0"/>
              <a:t>Example – </a:t>
            </a:r>
            <a:r>
              <a:rPr lang="en-US" dirty="0" err="1" smtClean="0"/>
              <a:t>Vaccum</a:t>
            </a:r>
            <a:r>
              <a:rPr lang="en-US" dirty="0" smtClean="0"/>
              <a:t> Cleaner mini world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7956" y="1548788"/>
            <a:ext cx="8596088" cy="482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5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167"/>
          </a:xfrm>
        </p:spPr>
        <p:txBody>
          <a:bodyPr/>
          <a:lstStyle/>
          <a:p>
            <a:pPr algn="ctr"/>
            <a:r>
              <a:rPr lang="en-US" b="1" dirty="0" smtClean="0"/>
              <a:t>The Concept of Rationality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4973" y="1414565"/>
            <a:ext cx="8582053" cy="468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6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342" y="768612"/>
            <a:ext cx="8867616" cy="529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7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/>
          <a:lstStyle/>
          <a:p>
            <a:r>
              <a:rPr lang="en-US" dirty="0" smtClean="0"/>
              <a:t>Rationality, Omniscience and Autonomous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920" y="1255172"/>
            <a:ext cx="8086311" cy="51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99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The Nature of Environment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64" y="1255174"/>
            <a:ext cx="8797415" cy="519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0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833"/>
          </a:xfrm>
        </p:spPr>
        <p:txBody>
          <a:bodyPr/>
          <a:lstStyle/>
          <a:p>
            <a:pPr algn="ctr"/>
            <a:r>
              <a:rPr lang="en-US" b="1" dirty="0" smtClean="0"/>
              <a:t>Specifying the Task Environment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745" y="1098958"/>
            <a:ext cx="8053432" cy="53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8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/>
          <a:lstStyle/>
          <a:p>
            <a:pPr algn="ctr"/>
            <a:r>
              <a:rPr lang="en-US" b="1" dirty="0" smtClean="0"/>
              <a:t>Properties of Task Environments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9818" y="1389398"/>
            <a:ext cx="7832019" cy="490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1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291" y="768611"/>
            <a:ext cx="9022613" cy="55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1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5444"/>
          </a:xfrm>
        </p:spPr>
        <p:txBody>
          <a:bodyPr/>
          <a:lstStyle/>
          <a:p>
            <a:pPr algn="ctr"/>
            <a:r>
              <a:rPr lang="en-US" b="1" dirty="0" smtClean="0"/>
              <a:t>Examples of Task Environments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861" y="1305508"/>
            <a:ext cx="8768101" cy="508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7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070" y="390293"/>
            <a:ext cx="10515600" cy="842890"/>
          </a:xfrm>
        </p:spPr>
        <p:txBody>
          <a:bodyPr/>
          <a:lstStyle/>
          <a:p>
            <a:pPr algn="ctr"/>
            <a:r>
              <a:rPr lang="en-US" b="1" dirty="0" smtClean="0"/>
              <a:t>The Structure of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407" y="1406174"/>
            <a:ext cx="8774926" cy="470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8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167"/>
          </a:xfrm>
        </p:spPr>
        <p:txBody>
          <a:bodyPr/>
          <a:lstStyle/>
          <a:p>
            <a:pPr algn="ctr"/>
            <a:r>
              <a:rPr lang="en-US" b="1" dirty="0" smtClean="0"/>
              <a:t>Simple Reflex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284" y="1322284"/>
            <a:ext cx="8480396" cy="519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5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890"/>
          </a:xfrm>
        </p:spPr>
        <p:txBody>
          <a:bodyPr/>
          <a:lstStyle/>
          <a:p>
            <a:pPr algn="ctr"/>
            <a:r>
              <a:rPr lang="en-US" b="1" dirty="0" smtClean="0"/>
              <a:t>Model Based Reflex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620" y="1573954"/>
            <a:ext cx="7824448" cy="474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6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613"/>
          </a:xfrm>
        </p:spPr>
        <p:txBody>
          <a:bodyPr/>
          <a:lstStyle/>
          <a:p>
            <a:pPr algn="ctr"/>
            <a:r>
              <a:rPr lang="en-US" b="1" dirty="0" smtClean="0"/>
              <a:t>Model Based Reflex Agents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548" y="1456509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7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9334"/>
          </a:xfrm>
        </p:spPr>
        <p:txBody>
          <a:bodyPr/>
          <a:lstStyle/>
          <a:p>
            <a:pPr algn="ctr"/>
            <a:r>
              <a:rPr lang="en-US" b="1" dirty="0" smtClean="0"/>
              <a:t>Model-Based, Goal-Based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876" y="1414563"/>
            <a:ext cx="7620080" cy="496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2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9333"/>
          </a:xfrm>
        </p:spPr>
        <p:txBody>
          <a:bodyPr/>
          <a:lstStyle/>
          <a:p>
            <a:pPr algn="ctr"/>
            <a:r>
              <a:rPr lang="en-US" b="1" dirty="0" smtClean="0"/>
              <a:t>Utility-Based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193" y="1322284"/>
            <a:ext cx="9161614" cy="501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</p:spPr>
        <p:txBody>
          <a:bodyPr/>
          <a:lstStyle/>
          <a:p>
            <a:pPr algn="ctr"/>
            <a:r>
              <a:rPr lang="en-US" b="1" dirty="0" smtClean="0"/>
              <a:t>Utility-Based Agents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1" y="1297118"/>
            <a:ext cx="8170876" cy="524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3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611"/>
          </a:xfrm>
        </p:spPr>
        <p:txBody>
          <a:bodyPr/>
          <a:lstStyle/>
          <a:p>
            <a:pPr algn="ctr"/>
            <a:r>
              <a:rPr lang="en-US" b="1" dirty="0" smtClean="0"/>
              <a:t>Learning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544" y="1322284"/>
            <a:ext cx="8315691" cy="528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5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63789"/>
            <a:ext cx="10515600" cy="800945"/>
          </a:xfrm>
        </p:spPr>
        <p:txBody>
          <a:bodyPr/>
          <a:lstStyle/>
          <a:p>
            <a:pPr algn="ctr"/>
            <a:r>
              <a:rPr lang="en-US" b="1" dirty="0" smtClean="0"/>
              <a:t>Learning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6653" y="1171283"/>
            <a:ext cx="7906972" cy="506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4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202" y="462616"/>
            <a:ext cx="10515600" cy="851279"/>
          </a:xfrm>
        </p:spPr>
        <p:txBody>
          <a:bodyPr/>
          <a:lstStyle/>
          <a:p>
            <a:pPr algn="ctr"/>
            <a:r>
              <a:rPr lang="en-US" b="1" dirty="0" smtClean="0"/>
              <a:t>Learning Agents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180" y="1389396"/>
            <a:ext cx="7921643" cy="49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9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67</Words>
  <Application>Microsoft Office PowerPoint</Application>
  <PresentationFormat>Widescreen</PresentationFormat>
  <Paragraphs>20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Chapter 2</vt:lpstr>
      <vt:lpstr>PowerPoint Presentation</vt:lpstr>
      <vt:lpstr>Agents and Environments</vt:lpstr>
      <vt:lpstr>PowerPoint Presentation</vt:lpstr>
      <vt:lpstr>Example – Vaccum Cleaner mini world</vt:lpstr>
      <vt:lpstr>The Concept of Rationality</vt:lpstr>
      <vt:lpstr>PowerPoint Presentation</vt:lpstr>
      <vt:lpstr>Rationality, Omniscience and Autonomous</vt:lpstr>
      <vt:lpstr>The Nature of Environment</vt:lpstr>
      <vt:lpstr>Specifying the Task Environment</vt:lpstr>
      <vt:lpstr>Properties of Task Environments</vt:lpstr>
      <vt:lpstr>PowerPoint Presentation</vt:lpstr>
      <vt:lpstr>Examples of Task Environments</vt:lpstr>
      <vt:lpstr>The Structure of Agents</vt:lpstr>
      <vt:lpstr>Simple Reflex Agents</vt:lpstr>
      <vt:lpstr>Model Based Reflex Agents</vt:lpstr>
      <vt:lpstr>Model Based Reflex Agents</vt:lpstr>
      <vt:lpstr>Model-Based, Goal-Based Agents</vt:lpstr>
      <vt:lpstr>Utility-Based Agents</vt:lpstr>
      <vt:lpstr>Utility-Based Agents</vt:lpstr>
      <vt:lpstr>Learning Agents</vt:lpstr>
      <vt:lpstr>Learning Agents</vt:lpstr>
      <vt:lpstr>Learning Agents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Balamurali</dc:creator>
  <cp:lastModifiedBy>Balamurali</cp:lastModifiedBy>
  <cp:revision>3</cp:revision>
  <dcterms:created xsi:type="dcterms:W3CDTF">2024-01-17T04:20:08Z</dcterms:created>
  <dcterms:modified xsi:type="dcterms:W3CDTF">2024-01-18T11:33:41Z</dcterms:modified>
</cp:coreProperties>
</file>