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DFS and IDS in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Depth First Search vs Iterative Deepening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Depth-First Search (DFS)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DFS explores as far as possible along each branch before backtracking.</a:t>
            </a:r>
          </a:p>
          <a:p>
            <a:r>
              <a:t>Completeness: Not guaranteed in infinite spaces</a:t>
            </a:r>
          </a:p>
          <a:p>
            <a:r>
              <a:t>Time Complexity: O(b^d)</a:t>
            </a:r>
          </a:p>
          <a:p>
            <a:r>
              <a:t>Space Complexity: O(bd)</a:t>
            </a:r>
          </a:p>
          <a:p>
            <a:r>
              <a:t>Optimality: Not optimal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Tree Traversal Example:</a:t>
            </a:r>
          </a:p>
          <a:p>
            <a:r>
              <a:t>Order: A → B → D → E → 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C682E0-2A56-4E5E-B06C-4F091E52A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0711"/>
            <a:ext cx="9144000" cy="30854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Iterative Deepening Search (IDS)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IDS repeatedly runs DFS with an increasing depth limit until goal is found.</a:t>
            </a:r>
          </a:p>
          <a:p>
            <a:r>
              <a:t>Completeness: Yes</a:t>
            </a:r>
          </a:p>
          <a:p>
            <a:r>
              <a:t>Time Complexity: O(b^d)</a:t>
            </a:r>
          </a:p>
          <a:p>
            <a:r>
              <a:t>Space Complexity: O(bd)</a:t>
            </a:r>
          </a:p>
          <a:p>
            <a:r>
              <a:t>Optimality: Yes (with uniform cost)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levels expanded step by step:</a:t>
            </a:r>
          </a:p>
          <a:p>
            <a:r>
              <a:t>Depth 0: A</a:t>
            </a:r>
          </a:p>
          <a:p>
            <a:r>
              <a:t>Depth 1: A, B, C</a:t>
            </a:r>
          </a:p>
          <a:p>
            <a:r>
              <a:t>Depth 2: A, B, D, E,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vs 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Comparison:</a:t>
            </a:r>
          </a:p>
          <a:p>
            <a:r>
              <a:t>DFS: Goes deep first, less memory, not always optimal</a:t>
            </a:r>
          </a:p>
          <a:p>
            <a:r>
              <a:t>IDS: Expands shallowest solutions first, optimal, efficient memory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A0082B-EC39-4A0A-8036-8787FCF85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358979"/>
              </p:ext>
            </p:extLst>
          </p:nvPr>
        </p:nvGraphicFramePr>
        <p:xfrm>
          <a:off x="457200" y="1536569"/>
          <a:ext cx="8229600" cy="3561051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6142904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58836743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84513861"/>
                    </a:ext>
                  </a:extLst>
                </a:gridCol>
              </a:tblGrid>
              <a:tr h="527563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075051"/>
                  </a:ext>
                </a:extLst>
              </a:tr>
              <a:tr h="527563">
                <a:tc>
                  <a:txBody>
                    <a:bodyPr/>
                    <a:lstStyle/>
                    <a:p>
                      <a:r>
                        <a:rPr lang="en-IN"/>
                        <a:t>Completeness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(may loop)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248958"/>
                  </a:ext>
                </a:extLst>
              </a:tr>
              <a:tr h="527563">
                <a:tc>
                  <a:txBody>
                    <a:bodyPr/>
                    <a:lstStyle/>
                    <a:p>
                      <a:r>
                        <a:rPr lang="en-IN"/>
                        <a:t>Optimality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 (with uniform cost)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842911"/>
                  </a:ext>
                </a:extLst>
              </a:tr>
              <a:tr h="527563">
                <a:tc>
                  <a:txBody>
                    <a:bodyPr/>
                    <a:lstStyle/>
                    <a:p>
                      <a:r>
                        <a:rPr lang="en-IN"/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O(bd)O(b^d)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O(bd)O(b^d)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9607605"/>
                  </a:ext>
                </a:extLst>
              </a:tr>
              <a:tr h="527563">
                <a:tc>
                  <a:txBody>
                    <a:bodyPr/>
                    <a:lstStyle/>
                    <a:p>
                      <a:r>
                        <a:rPr lang="en-IN"/>
                        <a:t>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O(bd)O(bd)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O(bd)O(bd)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5693514"/>
                  </a:ext>
                </a:extLst>
              </a:tr>
              <a:tr h="923236">
                <a:tc>
                  <a:txBody>
                    <a:bodyPr/>
                    <a:lstStyle/>
                    <a:p>
                      <a:r>
                        <a:rPr lang="en-IN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Good for deep but finite trees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 for large state spaces, unknown depth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095808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A14BD9-E500-4C79-825F-D8FD14AA0DFF}"/>
              </a:ext>
            </a:extLst>
          </p:cNvPr>
          <p:cNvSpPr txBox="1"/>
          <p:nvPr/>
        </p:nvSpPr>
        <p:spPr>
          <a:xfrm>
            <a:off x="457200" y="490194"/>
            <a:ext cx="4746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Comparision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050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259</Words>
  <Application>Microsoft Office PowerPoint</Application>
  <PresentationFormat>On-screen Show (4:3)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DFS and IDS in Artificial Intelligence</vt:lpstr>
      <vt:lpstr>Depth-First Search (DFS)</vt:lpstr>
      <vt:lpstr>DFS Example</vt:lpstr>
      <vt:lpstr>Iterative Deepening Search (IDS)</vt:lpstr>
      <vt:lpstr>IDS Example</vt:lpstr>
      <vt:lpstr>DFS vs IDS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DFS and IDS in Artificial Intelligence</dc:title>
  <dc:subject/>
  <dc:creator/>
  <cp:keywords/>
  <dc:description>generated using python-pptx</dc:description>
  <cp:lastModifiedBy>ACER</cp:lastModifiedBy>
  <cp:revision>3</cp:revision>
  <dcterms:created xsi:type="dcterms:W3CDTF">2013-01-27T09:14:16Z</dcterms:created>
  <dcterms:modified xsi:type="dcterms:W3CDTF">2025-09-18T01:41:53Z</dcterms:modified>
  <cp:category/>
</cp:coreProperties>
</file>